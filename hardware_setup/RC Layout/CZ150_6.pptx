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96012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65B33-552D-45EF-97D1-A1BCE1DF543F}" v="4" dt="2024-09-18T23:57:14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per, Garrett" userId="56a4ee31-6685-4a26-9873-855e9cc9d412" providerId="ADAL" clId="{97D65B33-552D-45EF-97D1-A1BCE1DF543F}"/>
    <pc:docChg chg="undo custSel modSld">
      <pc:chgData name="Asper, Garrett" userId="56a4ee31-6685-4a26-9873-855e9cc9d412" providerId="ADAL" clId="{97D65B33-552D-45EF-97D1-A1BCE1DF543F}" dt="2024-09-21T18:50:35.690" v="322" actId="20577"/>
      <pc:docMkLst>
        <pc:docMk/>
      </pc:docMkLst>
      <pc:sldChg chg="addSp delSp modSp mod">
        <pc:chgData name="Asper, Garrett" userId="56a4ee31-6685-4a26-9873-855e9cc9d412" providerId="ADAL" clId="{97D65B33-552D-45EF-97D1-A1BCE1DF543F}" dt="2024-09-21T18:50:35.690" v="322" actId="20577"/>
        <pc:sldMkLst>
          <pc:docMk/>
          <pc:sldMk cId="2311076268" sldId="256"/>
        </pc:sldMkLst>
        <pc:spChg chg="mod">
          <ac:chgData name="Asper, Garrett" userId="56a4ee31-6685-4a26-9873-855e9cc9d412" providerId="ADAL" clId="{97D65B33-552D-45EF-97D1-A1BCE1DF543F}" dt="2024-09-18T23:50:19.980" v="92" actId="20577"/>
          <ac:spMkLst>
            <pc:docMk/>
            <pc:sldMk cId="2311076268" sldId="256"/>
            <ac:spMk id="35" creationId="{212758B7-E9EC-455E-F0C1-982335B0EB1B}"/>
          </ac:spMkLst>
        </pc:spChg>
        <pc:spChg chg="mod">
          <ac:chgData name="Asper, Garrett" userId="56a4ee31-6685-4a26-9873-855e9cc9d412" providerId="ADAL" clId="{97D65B33-552D-45EF-97D1-A1BCE1DF543F}" dt="2024-09-18T23:50:08.305" v="88" actId="20577"/>
          <ac:spMkLst>
            <pc:docMk/>
            <pc:sldMk cId="2311076268" sldId="256"/>
            <ac:spMk id="45" creationId="{8B7FA6CC-E44A-4268-88A3-AFD95B6BF866}"/>
          </ac:spMkLst>
        </pc:spChg>
        <pc:spChg chg="mod">
          <ac:chgData name="Asper, Garrett" userId="56a4ee31-6685-4a26-9873-855e9cc9d412" providerId="ADAL" clId="{97D65B33-552D-45EF-97D1-A1BCE1DF543F}" dt="2024-09-18T23:51:01.069" v="115" actId="20577"/>
          <ac:spMkLst>
            <pc:docMk/>
            <pc:sldMk cId="2311076268" sldId="256"/>
            <ac:spMk id="49" creationId="{CDFBF0C7-94FE-7A10-8CD8-F3BEF26ADCCE}"/>
          </ac:spMkLst>
        </pc:spChg>
        <pc:spChg chg="mod">
          <ac:chgData name="Asper, Garrett" userId="56a4ee31-6685-4a26-9873-855e9cc9d412" providerId="ADAL" clId="{97D65B33-552D-45EF-97D1-A1BCE1DF543F}" dt="2024-09-18T23:53:23.572" v="176" actId="20577"/>
          <ac:spMkLst>
            <pc:docMk/>
            <pc:sldMk cId="2311076268" sldId="256"/>
            <ac:spMk id="51" creationId="{B0715A53-9FD6-3323-C973-BE56E0F715C5}"/>
          </ac:spMkLst>
        </pc:spChg>
        <pc:spChg chg="mod">
          <ac:chgData name="Asper, Garrett" userId="56a4ee31-6685-4a26-9873-855e9cc9d412" providerId="ADAL" clId="{97D65B33-552D-45EF-97D1-A1BCE1DF543F}" dt="2024-09-18T23:51:32.087" v="129"/>
          <ac:spMkLst>
            <pc:docMk/>
            <pc:sldMk cId="2311076268" sldId="256"/>
            <ac:spMk id="52" creationId="{0D841E3A-D621-C93D-AC87-485CCC14EFD7}"/>
          </ac:spMkLst>
        </pc:spChg>
        <pc:spChg chg="mod">
          <ac:chgData name="Asper, Garrett" userId="56a4ee31-6685-4a26-9873-855e9cc9d412" providerId="ADAL" clId="{97D65B33-552D-45EF-97D1-A1BCE1DF543F}" dt="2024-09-18T23:53:54.007" v="179" actId="20577"/>
          <ac:spMkLst>
            <pc:docMk/>
            <pc:sldMk cId="2311076268" sldId="256"/>
            <ac:spMk id="53" creationId="{0B83440F-FE6E-A0E9-59FE-F143909A14AC}"/>
          </ac:spMkLst>
        </pc:spChg>
        <pc:spChg chg="mod">
          <ac:chgData name="Asper, Garrett" userId="56a4ee31-6685-4a26-9873-855e9cc9d412" providerId="ADAL" clId="{97D65B33-552D-45EF-97D1-A1BCE1DF543F}" dt="2024-09-18T23:55:59.402" v="227" actId="20577"/>
          <ac:spMkLst>
            <pc:docMk/>
            <pc:sldMk cId="2311076268" sldId="256"/>
            <ac:spMk id="54" creationId="{7A36135E-22CC-A7B3-0E27-0CD0C4FC0D1D}"/>
          </ac:spMkLst>
        </pc:spChg>
        <pc:spChg chg="mod">
          <ac:chgData name="Asper, Garrett" userId="56a4ee31-6685-4a26-9873-855e9cc9d412" providerId="ADAL" clId="{97D65B33-552D-45EF-97D1-A1BCE1DF543F}" dt="2024-09-05T00:18:23.944" v="72" actId="20577"/>
          <ac:spMkLst>
            <pc:docMk/>
            <pc:sldMk cId="2311076268" sldId="256"/>
            <ac:spMk id="59" creationId="{CAC43ADA-90F8-5699-8EC3-E4D5E9EE57B5}"/>
          </ac:spMkLst>
        </pc:spChg>
        <pc:spChg chg="mod">
          <ac:chgData name="Asper, Garrett" userId="56a4ee31-6685-4a26-9873-855e9cc9d412" providerId="ADAL" clId="{97D65B33-552D-45EF-97D1-A1BCE1DF543F}" dt="2024-09-18T23:52:31.857" v="151" actId="20577"/>
          <ac:spMkLst>
            <pc:docMk/>
            <pc:sldMk cId="2311076268" sldId="256"/>
            <ac:spMk id="61" creationId="{D0DFD03D-17F9-83E7-A6B1-6D1BD2E2480F}"/>
          </ac:spMkLst>
        </pc:spChg>
        <pc:spChg chg="mod">
          <ac:chgData name="Asper, Garrett" userId="56a4ee31-6685-4a26-9873-855e9cc9d412" providerId="ADAL" clId="{97D65B33-552D-45EF-97D1-A1BCE1DF543F}" dt="2024-08-31T12:50:19.541" v="35" actId="14100"/>
          <ac:spMkLst>
            <pc:docMk/>
            <pc:sldMk cId="2311076268" sldId="256"/>
            <ac:spMk id="68" creationId="{501241D5-76B5-092E-3959-23DF697192F4}"/>
          </ac:spMkLst>
        </pc:spChg>
        <pc:spChg chg="mod">
          <ac:chgData name="Asper, Garrett" userId="56a4ee31-6685-4a26-9873-855e9cc9d412" providerId="ADAL" clId="{97D65B33-552D-45EF-97D1-A1BCE1DF543F}" dt="2024-09-18T23:56:53.718" v="277" actId="20577"/>
          <ac:spMkLst>
            <pc:docMk/>
            <pc:sldMk cId="2311076268" sldId="256"/>
            <ac:spMk id="79" creationId="{2226019E-8583-B612-7E01-DB6C5C1F75AF}"/>
          </ac:spMkLst>
        </pc:spChg>
        <pc:spChg chg="mod">
          <ac:chgData name="Asper, Garrett" userId="56a4ee31-6685-4a26-9873-855e9cc9d412" providerId="ADAL" clId="{97D65B33-552D-45EF-97D1-A1BCE1DF543F}" dt="2024-09-21T18:50:35.690" v="322" actId="20577"/>
          <ac:spMkLst>
            <pc:docMk/>
            <pc:sldMk cId="2311076268" sldId="256"/>
            <ac:spMk id="80" creationId="{0F57A8EA-DDCF-1451-567D-BE26F66F2258}"/>
          </ac:spMkLst>
        </pc:spChg>
        <pc:picChg chg="add mod">
          <ac:chgData name="Asper, Garrett" userId="56a4ee31-6685-4a26-9873-855e9cc9d412" providerId="ADAL" clId="{97D65B33-552D-45EF-97D1-A1BCE1DF543F}" dt="2024-09-18T23:51:09.579" v="118" actId="14100"/>
          <ac:picMkLst>
            <pc:docMk/>
            <pc:sldMk cId="2311076268" sldId="256"/>
            <ac:picMk id="3" creationId="{F3B98214-403C-E392-82BC-A805BEF174C5}"/>
          </ac:picMkLst>
        </pc:picChg>
        <pc:picChg chg="add mod">
          <ac:chgData name="Asper, Garrett" userId="56a4ee31-6685-4a26-9873-855e9cc9d412" providerId="ADAL" clId="{97D65B33-552D-45EF-97D1-A1BCE1DF543F}" dt="2024-09-18T23:51:55.181" v="135" actId="1036"/>
          <ac:picMkLst>
            <pc:docMk/>
            <pc:sldMk cId="2311076268" sldId="256"/>
            <ac:picMk id="6" creationId="{76BAB038-099C-1B3F-36EF-6DFE74A525D7}"/>
          </ac:picMkLst>
        </pc:picChg>
        <pc:picChg chg="add del mod">
          <ac:chgData name="Asper, Garrett" userId="56a4ee31-6685-4a26-9873-855e9cc9d412" providerId="ADAL" clId="{97D65B33-552D-45EF-97D1-A1BCE1DF543F}" dt="2024-09-18T23:56:13.851" v="228" actId="478"/>
          <ac:picMkLst>
            <pc:docMk/>
            <pc:sldMk cId="2311076268" sldId="256"/>
            <ac:picMk id="7" creationId="{8174ED3C-16BD-6869-D4A7-0E6903713C9F}"/>
          </ac:picMkLst>
        </pc:picChg>
        <pc:picChg chg="add mod">
          <ac:chgData name="Asper, Garrett" userId="56a4ee31-6685-4a26-9873-855e9cc9d412" providerId="ADAL" clId="{97D65B33-552D-45EF-97D1-A1BCE1DF543F}" dt="2024-09-18T23:57:21.009" v="311" actId="1076"/>
          <ac:picMkLst>
            <pc:docMk/>
            <pc:sldMk cId="2311076268" sldId="256"/>
            <ac:picMk id="8" creationId="{146F2521-C1B1-6D18-6275-A34B43919AEB}"/>
          </ac:picMkLst>
        </pc:picChg>
        <pc:picChg chg="del">
          <ac:chgData name="Asper, Garrett" userId="56a4ee31-6685-4a26-9873-855e9cc9d412" providerId="ADAL" clId="{97D65B33-552D-45EF-97D1-A1BCE1DF543F}" dt="2024-09-18T23:46:44.194" v="82" actId="478"/>
          <ac:picMkLst>
            <pc:docMk/>
            <pc:sldMk cId="2311076268" sldId="256"/>
            <ac:picMk id="73" creationId="{E9CA859B-57FD-4E2C-4E2D-7B3FE3CB40C4}"/>
          </ac:picMkLst>
        </pc:picChg>
        <pc:picChg chg="del">
          <ac:chgData name="Asper, Garrett" userId="56a4ee31-6685-4a26-9873-855e9cc9d412" providerId="ADAL" clId="{97D65B33-552D-45EF-97D1-A1BCE1DF543F}" dt="2024-09-18T23:54:04.070" v="180" actId="478"/>
          <ac:picMkLst>
            <pc:docMk/>
            <pc:sldMk cId="2311076268" sldId="256"/>
            <ac:picMk id="74" creationId="{FEA1274B-8E14-FADB-FCBF-C8142342842B}"/>
          </ac:picMkLst>
        </pc:picChg>
        <pc:picChg chg="del">
          <ac:chgData name="Asper, Garrett" userId="56a4ee31-6685-4a26-9873-855e9cc9d412" providerId="ADAL" clId="{97D65B33-552D-45EF-97D1-A1BCE1DF543F}" dt="2024-09-18T23:52:02.387" v="136" actId="478"/>
          <ac:picMkLst>
            <pc:docMk/>
            <pc:sldMk cId="2311076268" sldId="256"/>
            <ac:picMk id="77" creationId="{A131AFFC-A464-CEF2-7211-C1B1A85AB2A6}"/>
          </ac:picMkLst>
        </pc:picChg>
      </pc:sldChg>
    </pc:docChg>
  </pc:docChgLst>
  <pc:docChgLst>
    <pc:chgData name="Asper, Garrett" userId="56a4ee31-6685-4a26-9873-855e9cc9d412" providerId="ADAL" clId="{EE7289E9-1DE3-4AA6-B6B1-ADBA19C0489F}"/>
    <pc:docChg chg="undo custSel modSld modMainMaster modNotesMaster">
      <pc:chgData name="Asper, Garrett" userId="56a4ee31-6685-4a26-9873-855e9cc9d412" providerId="ADAL" clId="{EE7289E9-1DE3-4AA6-B6B1-ADBA19C0489F}" dt="2024-08-15T18:42:58.241" v="2136" actId="1076"/>
      <pc:docMkLst>
        <pc:docMk/>
      </pc:docMkLst>
      <pc:sldChg chg="addSp delSp modSp mod">
        <pc:chgData name="Asper, Garrett" userId="56a4ee31-6685-4a26-9873-855e9cc9d412" providerId="ADAL" clId="{EE7289E9-1DE3-4AA6-B6B1-ADBA19C0489F}" dt="2024-08-15T18:42:58.241" v="2136" actId="1076"/>
        <pc:sldMkLst>
          <pc:docMk/>
          <pc:sldMk cId="2311076268" sldId="256"/>
        </pc:sldMkLst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2" creationId="{6E5A0488-969E-168E-078D-97DD504A4B49}"/>
          </ac:spMkLst>
        </pc:spChg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3" creationId="{1B2FD4E8-A167-328C-9E41-4BFDE09EBAEB}"/>
          </ac:spMkLst>
        </pc:spChg>
        <pc:spChg chg="add mod">
          <ac:chgData name="Asper, Garrett" userId="56a4ee31-6685-4a26-9873-855e9cc9d412" providerId="ADAL" clId="{EE7289E9-1DE3-4AA6-B6B1-ADBA19C0489F}" dt="2024-08-15T18:15:33.444" v="1337" actId="403"/>
          <ac:spMkLst>
            <pc:docMk/>
            <pc:sldMk cId="2311076268" sldId="256"/>
            <ac:spMk id="4" creationId="{2050D5F2-8DC8-ED16-A159-054DBA72B2D7}"/>
          </ac:spMkLst>
        </pc:spChg>
        <pc:spChg chg="mod">
          <ac:chgData name="Asper, Garrett" userId="56a4ee31-6685-4a26-9873-855e9cc9d412" providerId="ADAL" clId="{EE7289E9-1DE3-4AA6-B6B1-ADBA19C0489F}" dt="2024-08-15T18:15:41.191" v="1341" actId="14100"/>
          <ac:spMkLst>
            <pc:docMk/>
            <pc:sldMk cId="2311076268" sldId="256"/>
            <ac:spMk id="5" creationId="{C091F808-D7A2-CCC8-0001-9556E816939D}"/>
          </ac:spMkLst>
        </pc:spChg>
        <pc:spChg chg="add del mod">
          <ac:chgData name="Asper, Garrett" userId="56a4ee31-6685-4a26-9873-855e9cc9d412" providerId="ADAL" clId="{EE7289E9-1DE3-4AA6-B6B1-ADBA19C0489F}" dt="2024-08-15T17:32:46.167" v="165" actId="478"/>
          <ac:spMkLst>
            <pc:docMk/>
            <pc:sldMk cId="2311076268" sldId="256"/>
            <ac:spMk id="6" creationId="{2F716F56-2FEA-CBC7-498D-219A093B97D3}"/>
          </ac:spMkLst>
        </pc:spChg>
        <pc:spChg chg="add del mod">
          <ac:chgData name="Asper, Garrett" userId="56a4ee31-6685-4a26-9873-855e9cc9d412" providerId="ADAL" clId="{EE7289E9-1DE3-4AA6-B6B1-ADBA19C0489F}" dt="2024-08-15T17:32:48.725" v="166" actId="478"/>
          <ac:spMkLst>
            <pc:docMk/>
            <pc:sldMk cId="2311076268" sldId="256"/>
            <ac:spMk id="7" creationId="{ABE632B8-EBAA-C4DD-7C3F-864D3513E09A}"/>
          </ac:spMkLst>
        </pc:spChg>
        <pc:spChg chg="add del">
          <ac:chgData name="Asper, Garrett" userId="56a4ee31-6685-4a26-9873-855e9cc9d412" providerId="ADAL" clId="{EE7289E9-1DE3-4AA6-B6B1-ADBA19C0489F}" dt="2024-08-15T17:27:03.691" v="108" actId="478"/>
          <ac:spMkLst>
            <pc:docMk/>
            <pc:sldMk cId="2311076268" sldId="256"/>
            <ac:spMk id="8" creationId="{9BEE3370-C3C6-8CDE-9575-7D083C66C35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9" creationId="{DDCEABB2-167E-8D95-11BE-AA2CFD0A4A24}"/>
          </ac:spMkLst>
        </pc:spChg>
        <pc:spChg chg="add del mod">
          <ac:chgData name="Asper, Garrett" userId="56a4ee31-6685-4a26-9873-855e9cc9d412" providerId="ADAL" clId="{EE7289E9-1DE3-4AA6-B6B1-ADBA19C0489F}" dt="2024-08-15T17:32:42.723" v="164" actId="478"/>
          <ac:spMkLst>
            <pc:docMk/>
            <pc:sldMk cId="2311076268" sldId="256"/>
            <ac:spMk id="10" creationId="{374276DF-B062-9143-6359-E302F6DADEA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1" creationId="{263BF1BD-98BF-29B7-5F66-1D7478FBA823}"/>
          </ac:spMkLst>
        </pc:spChg>
        <pc:spChg chg="add del mod">
          <ac:chgData name="Asper, Garrett" userId="56a4ee31-6685-4a26-9873-855e9cc9d412" providerId="ADAL" clId="{EE7289E9-1DE3-4AA6-B6B1-ADBA19C0489F}" dt="2024-08-15T17:30:09.570" v="135" actId="478"/>
          <ac:spMkLst>
            <pc:docMk/>
            <pc:sldMk cId="2311076268" sldId="256"/>
            <ac:spMk id="12" creationId="{8CD5045C-6C00-36C8-31AA-F7BEBE88B547}"/>
          </ac:spMkLst>
        </pc:spChg>
        <pc:spChg chg="add mod or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3" creationId="{21CC2231-EE2F-FECC-526B-A06E7D8FBE49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6" creationId="{3CE8FD26-4AA1-2BE5-20E9-D895CDA7C6DF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7" creationId="{7ECE1C81-3498-3FF8-69B0-4785AC47E911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26" creationId="{15134148-61B9-221B-33AA-90948E636BE9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1" creationId="{FDBB5BF9-CA7E-C80E-B728-3B0EA4D7EC92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2" creationId="{66368F27-6A61-E396-0CD7-ECE284D151C0}"/>
          </ac:spMkLst>
        </pc:spChg>
        <pc:spChg chg="add del mod">
          <ac:chgData name="Asper, Garrett" userId="56a4ee31-6685-4a26-9873-855e9cc9d412" providerId="ADAL" clId="{EE7289E9-1DE3-4AA6-B6B1-ADBA19C0489F}" dt="2024-08-15T17:39:58.930" v="321" actId="478"/>
          <ac:spMkLst>
            <pc:docMk/>
            <pc:sldMk cId="2311076268" sldId="256"/>
            <ac:spMk id="34" creationId="{F08A4874-6520-26DB-F2C0-9EA6E5E83C4F}"/>
          </ac:spMkLst>
        </pc:spChg>
        <pc:spChg chg="add mod">
          <ac:chgData name="Asper, Garrett" userId="56a4ee31-6685-4a26-9873-855e9cc9d412" providerId="ADAL" clId="{EE7289E9-1DE3-4AA6-B6B1-ADBA19C0489F}" dt="2024-08-15T18:32:43.888" v="1793" actId="1038"/>
          <ac:spMkLst>
            <pc:docMk/>
            <pc:sldMk cId="2311076268" sldId="256"/>
            <ac:spMk id="35" creationId="{212758B7-E9EC-455E-F0C1-982335B0EB1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7" creationId="{192FBD20-3749-97CE-039B-FA3B05D7611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8" creationId="{44008813-045C-002F-6A01-5168DB59D8B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9" creationId="{765E805B-FDE8-FFDD-8B9E-78A45103AE7F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0" creationId="{3AF43822-BD45-E051-E1B2-AF89BE4E7AD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1" creationId="{71925D2A-0181-067E-F331-C03C752A8BA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2" creationId="{2250DA5A-1DA3-F532-B493-8071C303C7A1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3" creationId="{29EA313A-37F5-FCF7-0D95-8AC322A193AC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4" creationId="{26753A76-BE63-52D4-18E3-13993B3E514E}"/>
          </ac:spMkLst>
        </pc:spChg>
        <pc:spChg chg="add mod">
          <ac:chgData name="Asper, Garrett" userId="56a4ee31-6685-4a26-9873-855e9cc9d412" providerId="ADAL" clId="{EE7289E9-1DE3-4AA6-B6B1-ADBA19C0489F}" dt="2024-08-15T18:32:50.292" v="1822" actId="1038"/>
          <ac:spMkLst>
            <pc:docMk/>
            <pc:sldMk cId="2311076268" sldId="256"/>
            <ac:spMk id="45" creationId="{8B7FA6CC-E44A-4268-88A3-AFD95B6BF866}"/>
          </ac:spMkLst>
        </pc:spChg>
        <pc:spChg chg="add mod">
          <ac:chgData name="Asper, Garrett" userId="56a4ee31-6685-4a26-9873-855e9cc9d412" providerId="ADAL" clId="{EE7289E9-1DE3-4AA6-B6B1-ADBA19C0489F}" dt="2024-08-15T18:13:43.602" v="1248" actId="1076"/>
          <ac:spMkLst>
            <pc:docMk/>
            <pc:sldMk cId="2311076268" sldId="256"/>
            <ac:spMk id="48" creationId="{68D84307-119C-C30B-7F4C-7F7FFF37F9F7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49" creationId="{CDFBF0C7-94FE-7A10-8CD8-F3BEF26ADCCE}"/>
          </ac:spMkLst>
        </pc:spChg>
        <pc:spChg chg="add del mod">
          <ac:chgData name="Asper, Garrett" userId="56a4ee31-6685-4a26-9873-855e9cc9d412" providerId="ADAL" clId="{EE7289E9-1DE3-4AA6-B6B1-ADBA19C0489F}" dt="2024-08-15T17:52:44.263" v="839" actId="478"/>
          <ac:spMkLst>
            <pc:docMk/>
            <pc:sldMk cId="2311076268" sldId="256"/>
            <ac:spMk id="50" creationId="{54A69AD1-B471-4768-63A3-71D221EFF47E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1" creationId="{B0715A53-9FD6-3323-C973-BE56E0F715C5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52" creationId="{0D841E3A-D621-C93D-AC87-485CCC14EFD7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3" creationId="{0B83440F-FE6E-A0E9-59FE-F143909A14AC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4" creationId="{7A36135E-22CC-A7B3-0E27-0CD0C4FC0D1D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55" creationId="{A6BA5EC2-DA55-93F3-D9BD-C50ABD44D176}"/>
          </ac:spMkLst>
        </pc:spChg>
        <pc:spChg chg="add mod">
          <ac:chgData name="Asper, Garrett" userId="56a4ee31-6685-4a26-9873-855e9cc9d412" providerId="ADAL" clId="{EE7289E9-1DE3-4AA6-B6B1-ADBA19C0489F}" dt="2024-08-15T18:33:39.083" v="1838" actId="14100"/>
          <ac:spMkLst>
            <pc:docMk/>
            <pc:sldMk cId="2311076268" sldId="256"/>
            <ac:spMk id="59" creationId="{CAC43ADA-90F8-5699-8EC3-E4D5E9EE57B5}"/>
          </ac:spMkLst>
        </pc:spChg>
        <pc:spChg chg="add mod">
          <ac:chgData name="Asper, Garrett" userId="56a4ee31-6685-4a26-9873-855e9cc9d412" providerId="ADAL" clId="{EE7289E9-1DE3-4AA6-B6B1-ADBA19C0489F}" dt="2024-08-15T18:33:22.796" v="1835" actId="20577"/>
          <ac:spMkLst>
            <pc:docMk/>
            <pc:sldMk cId="2311076268" sldId="256"/>
            <ac:spMk id="60" creationId="{FD75AA07-9197-47B0-F601-C060B54EA135}"/>
          </ac:spMkLst>
        </pc:spChg>
        <pc:spChg chg="add mod">
          <ac:chgData name="Asper, Garrett" userId="56a4ee31-6685-4a26-9873-855e9cc9d412" providerId="ADAL" clId="{EE7289E9-1DE3-4AA6-B6B1-ADBA19C0489F}" dt="2024-08-15T18:33:44.445" v="1839" actId="1076"/>
          <ac:spMkLst>
            <pc:docMk/>
            <pc:sldMk cId="2311076268" sldId="256"/>
            <ac:spMk id="61" creationId="{D0DFD03D-17F9-83E7-A6B1-6D1BD2E2480F}"/>
          </ac:spMkLst>
        </pc:spChg>
        <pc:spChg chg="add del mod">
          <ac:chgData name="Asper, Garrett" userId="56a4ee31-6685-4a26-9873-855e9cc9d412" providerId="ADAL" clId="{EE7289E9-1DE3-4AA6-B6B1-ADBA19C0489F}" dt="2024-08-15T17:58:45.455" v="1002" actId="478"/>
          <ac:spMkLst>
            <pc:docMk/>
            <pc:sldMk cId="2311076268" sldId="256"/>
            <ac:spMk id="62" creationId="{EA84C4E2-78A7-0B50-6647-E18C7FB12258}"/>
          </ac:spMkLst>
        </pc:spChg>
        <pc:spChg chg="add del mod">
          <ac:chgData name="Asper, Garrett" userId="56a4ee31-6685-4a26-9873-855e9cc9d412" providerId="ADAL" clId="{EE7289E9-1DE3-4AA6-B6B1-ADBA19C0489F}" dt="2024-08-15T18:35:22.111" v="1928" actId="478"/>
          <ac:spMkLst>
            <pc:docMk/>
            <pc:sldMk cId="2311076268" sldId="256"/>
            <ac:spMk id="63" creationId="{3C796244-C91C-2FC5-7C58-8910E34A5A16}"/>
          </ac:spMkLst>
        </pc:spChg>
        <pc:spChg chg="add del mod">
          <ac:chgData name="Asper, Garrett" userId="56a4ee31-6685-4a26-9873-855e9cc9d412" providerId="ADAL" clId="{EE7289E9-1DE3-4AA6-B6B1-ADBA19C0489F}" dt="2024-08-15T18:35:59.007" v="1971" actId="478"/>
          <ac:spMkLst>
            <pc:docMk/>
            <pc:sldMk cId="2311076268" sldId="256"/>
            <ac:spMk id="64" creationId="{45B30A29-14CA-8B9B-4078-C0EC85E2D0EC}"/>
          </ac:spMkLst>
        </pc:spChg>
        <pc:spChg chg="add del mod">
          <ac:chgData name="Asper, Garrett" userId="56a4ee31-6685-4a26-9873-855e9cc9d412" providerId="ADAL" clId="{EE7289E9-1DE3-4AA6-B6B1-ADBA19C0489F}" dt="2024-08-15T18:35:59.483" v="1972" actId="478"/>
          <ac:spMkLst>
            <pc:docMk/>
            <pc:sldMk cId="2311076268" sldId="256"/>
            <ac:spMk id="65" creationId="{97D8491B-3463-BFEB-2978-8C703EF3F6F7}"/>
          </ac:spMkLst>
        </pc:spChg>
        <pc:spChg chg="add mod">
          <ac:chgData name="Asper, Garrett" userId="56a4ee31-6685-4a26-9873-855e9cc9d412" providerId="ADAL" clId="{EE7289E9-1DE3-4AA6-B6B1-ADBA19C0489F}" dt="2024-08-15T18:31:59.186" v="1727" actId="1076"/>
          <ac:spMkLst>
            <pc:docMk/>
            <pc:sldMk cId="2311076268" sldId="256"/>
            <ac:spMk id="68" creationId="{501241D5-76B5-092E-3959-23DF697192F4}"/>
          </ac:spMkLst>
        </pc:spChg>
        <pc:spChg chg="add mod">
          <ac:chgData name="Asper, Garrett" userId="56a4ee31-6685-4a26-9873-855e9cc9d412" providerId="ADAL" clId="{EE7289E9-1DE3-4AA6-B6B1-ADBA19C0489F}" dt="2024-08-15T18:32:14.389" v="1729" actId="1076"/>
          <ac:spMkLst>
            <pc:docMk/>
            <pc:sldMk cId="2311076268" sldId="256"/>
            <ac:spMk id="69" creationId="{F0EC8B14-5A54-ADBD-8B9A-E0F3588AA643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8" creationId="{CE226593-85C6-B471-4ED3-820AB7462352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9" creationId="{2226019E-8583-B612-7E01-DB6C5C1F75AF}"/>
          </ac:spMkLst>
        </pc:spChg>
        <pc:spChg chg="add mod">
          <ac:chgData name="Asper, Garrett" userId="56a4ee31-6685-4a26-9873-855e9cc9d412" providerId="ADAL" clId="{EE7289E9-1DE3-4AA6-B6B1-ADBA19C0489F}" dt="2024-08-15T18:36:13.682" v="2021" actId="1076"/>
          <ac:spMkLst>
            <pc:docMk/>
            <pc:sldMk cId="2311076268" sldId="256"/>
            <ac:spMk id="80" creationId="{0F57A8EA-DDCF-1451-567D-BE26F66F2258}"/>
          </ac:spMkLst>
        </pc:s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14" creationId="{A543F1D7-1CC2-CB9D-152A-7C88E3233234}"/>
          </ac:grpSpMkLst>
        </pc:grpChg>
        <pc:grpChg chg="add del mod">
          <ac:chgData name="Asper, Garrett" userId="56a4ee31-6685-4a26-9873-855e9cc9d412" providerId="ADAL" clId="{EE7289E9-1DE3-4AA6-B6B1-ADBA19C0489F}" dt="2024-08-15T17:32:41.692" v="163" actId="478"/>
          <ac:grpSpMkLst>
            <pc:docMk/>
            <pc:sldMk cId="2311076268" sldId="256"/>
            <ac:grpSpMk id="15" creationId="{C4A4D256-47C8-D061-C7E5-C44E008504AE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3" creationId="{90469151-CFCE-6B7B-AE82-9A09C1A05D45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4" creationId="{29987681-88C7-8E10-B8B0-209F745B49D3}"/>
          </ac:grpSpMkLst>
        </pc:grpChg>
        <pc:grpChg chg="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7" creationId="{57F3AC51-B77C-89CE-C4A6-A38939D458E8}"/>
          </ac:grpSpMkLst>
        </pc:grpChg>
        <pc:grpChg chg="add mod">
          <ac:chgData name="Asper, Garrett" userId="56a4ee31-6685-4a26-9873-855e9cc9d412" providerId="ADAL" clId="{EE7289E9-1DE3-4AA6-B6B1-ADBA19C0489F}" dt="2024-08-15T18:32:43.888" v="1793" actId="1038"/>
          <ac:grpSpMkLst>
            <pc:docMk/>
            <pc:sldMk cId="2311076268" sldId="256"/>
            <ac:grpSpMk id="46" creationId="{6499798B-5310-A5EF-0065-B36806D17345}"/>
          </ac:grpSpMkLst>
        </pc:grpChg>
        <pc:grpChg chg="add mod">
          <ac:chgData name="Asper, Garrett" userId="56a4ee31-6685-4a26-9873-855e9cc9d412" providerId="ADAL" clId="{EE7289E9-1DE3-4AA6-B6B1-ADBA19C0489F}" dt="2024-08-15T18:32:50.292" v="1822" actId="1038"/>
          <ac:grpSpMkLst>
            <pc:docMk/>
            <pc:sldMk cId="2311076268" sldId="256"/>
            <ac:grpSpMk id="47" creationId="{D9B21724-D476-F0C5-09F6-4E3165D6CEAF}"/>
          </ac:grpSpMkLst>
        </pc:grpChg>
        <pc:grpChg chg="add mod">
          <ac:chgData name="Asper, Garrett" userId="56a4ee31-6685-4a26-9873-855e9cc9d412" providerId="ADAL" clId="{EE7289E9-1DE3-4AA6-B6B1-ADBA19C0489F}" dt="2024-08-15T18:36:40.989" v="2134" actId="1038"/>
          <ac:grpSpMkLst>
            <pc:docMk/>
            <pc:sldMk cId="2311076268" sldId="256"/>
            <ac:grpSpMk id="58" creationId="{2955FCFF-141C-C33D-DAF4-AD72C98E62AF}"/>
          </ac:grpSpMkLst>
        </pc:grpChg>
        <pc:picChg chg="add mod">
          <ac:chgData name="Asper, Garrett" userId="56a4ee31-6685-4a26-9873-855e9cc9d412" providerId="ADAL" clId="{EE7289E9-1DE3-4AA6-B6B1-ADBA19C0489F}" dt="2024-08-15T18:42:58.241" v="2136" actId="1076"/>
          <ac:picMkLst>
            <pc:docMk/>
            <pc:sldMk cId="2311076268" sldId="256"/>
            <ac:picMk id="2" creationId="{A16B30FB-4870-13EE-5B8B-A80184E5B142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19" creationId="{B85C84FD-C212-8A9E-438A-9B1CC1B1707C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0" creationId="{D77AC798-B132-51F8-D0BA-B073F88DA041}"/>
          </ac:picMkLst>
        </pc:picChg>
        <pc:picChg chg="add mod or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1" creationId="{353C62EB-33BC-5B09-7B9A-8DBEABD5C4CD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2" creationId="{69A58AB8-77B3-6A80-4192-43C3353E6220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5" creationId="{26B37999-74F5-0A46-E966-4D9060472FAD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8" creationId="{0BCD6F14-73EE-5002-BCBF-F6FE7DBD9BBF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9" creationId="{FD6CAAD1-920F-9C43-A0C7-69EC8F4A3878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30" creationId="{BB57E42B-81DF-C71F-79E9-9CD72EB10A85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57" creationId="{8B4780F2-181C-7810-6426-C6F7DB0F65E3}"/>
          </ac:picMkLst>
        </pc:picChg>
        <pc:picChg chg="add mod">
          <ac:chgData name="Asper, Garrett" userId="56a4ee31-6685-4a26-9873-855e9cc9d412" providerId="ADAL" clId="{EE7289E9-1DE3-4AA6-B6B1-ADBA19C0489F}" dt="2024-08-15T18:36:33.602" v="2088" actId="1037"/>
          <ac:picMkLst>
            <pc:docMk/>
            <pc:sldMk cId="2311076268" sldId="256"/>
            <ac:picMk id="73" creationId="{E9CA859B-57FD-4E2C-4E2D-7B3FE3CB40C4}"/>
          </ac:picMkLst>
        </pc:picChg>
        <pc:picChg chg="add mod">
          <ac:chgData name="Asper, Garrett" userId="56a4ee31-6685-4a26-9873-855e9cc9d412" providerId="ADAL" clId="{EE7289E9-1DE3-4AA6-B6B1-ADBA19C0489F}" dt="2024-08-15T18:36:40.989" v="2134" actId="1038"/>
          <ac:picMkLst>
            <pc:docMk/>
            <pc:sldMk cId="2311076268" sldId="256"/>
            <ac:picMk id="74" creationId="{FEA1274B-8E14-FADB-FCBF-C8142342842B}"/>
          </ac:picMkLst>
        </pc:picChg>
        <pc:picChg chg="add mod">
          <ac:chgData name="Asper, Garrett" userId="56a4ee31-6685-4a26-9873-855e9cc9d412" providerId="ADAL" clId="{EE7289E9-1DE3-4AA6-B6B1-ADBA19C0489F}" dt="2024-08-15T18:32:17.836" v="1741" actId="1035"/>
          <ac:picMkLst>
            <pc:docMk/>
            <pc:sldMk cId="2311076268" sldId="256"/>
            <ac:picMk id="75" creationId="{7A38EA91-DEF5-A5C5-E8ED-6CA9B89A2EB5}"/>
          </ac:picMkLst>
        </pc:picChg>
        <pc:picChg chg="add del mod">
          <ac:chgData name="Asper, Garrett" userId="56a4ee31-6685-4a26-9873-855e9cc9d412" providerId="ADAL" clId="{EE7289E9-1DE3-4AA6-B6B1-ADBA19C0489F}" dt="2024-08-15T18:34:27.917" v="1847" actId="478"/>
          <ac:picMkLst>
            <pc:docMk/>
            <pc:sldMk cId="2311076268" sldId="256"/>
            <ac:picMk id="76" creationId="{640DA8BA-DD70-C73D-9EE9-E78F1B791432}"/>
          </ac:picMkLst>
        </pc:picChg>
        <pc:picChg chg="add mod">
          <ac:chgData name="Asper, Garrett" userId="56a4ee31-6685-4a26-9873-855e9cc9d412" providerId="ADAL" clId="{EE7289E9-1DE3-4AA6-B6B1-ADBA19C0489F}" dt="2024-08-15T18:33:51.375" v="1841" actId="14100"/>
          <ac:picMkLst>
            <pc:docMk/>
            <pc:sldMk cId="2311076268" sldId="256"/>
            <ac:picMk id="77" creationId="{A131AFFC-A464-CEF2-7211-C1B1A85AB2A6}"/>
          </ac:picMkLst>
        </pc:picChg>
        <pc:picChg chg="add del mod">
          <ac:chgData name="Asper, Garrett" userId="56a4ee31-6685-4a26-9873-855e9cc9d412" providerId="ADAL" clId="{EE7289E9-1DE3-4AA6-B6B1-ADBA19C0489F}" dt="2024-08-15T18:35:17.974" v="1927" actId="478"/>
          <ac:picMkLst>
            <pc:docMk/>
            <pc:sldMk cId="2311076268" sldId="256"/>
            <ac:picMk id="81" creationId="{20078265-2179-4F18-920D-A4D0A514DFE9}"/>
          </ac:picMkLst>
        </pc:picChg>
        <pc:cxnChg chg="add mod">
          <ac:chgData name="Asper, Garrett" userId="56a4ee31-6685-4a26-9873-855e9cc9d412" providerId="ADAL" clId="{EE7289E9-1DE3-4AA6-B6B1-ADBA19C0489F}" dt="2024-08-15T18:33:56.977" v="1843" actId="1076"/>
          <ac:cxnSpMkLst>
            <pc:docMk/>
            <pc:sldMk cId="2311076268" sldId="256"/>
            <ac:cxnSpMk id="67" creationId="{CA866662-7178-4E78-D54E-407774F0B334}"/>
          </ac:cxnSpMkLst>
        </pc:cxnChg>
      </pc:sldChg>
      <pc:sldMasterChg chg="modSp modSldLayout">
        <pc:chgData name="Asper, Garrett" userId="56a4ee31-6685-4a26-9873-855e9cc9d412" providerId="ADAL" clId="{EE7289E9-1DE3-4AA6-B6B1-ADBA19C0489F}" dt="2024-08-15T17:52:14.729" v="796"/>
        <pc:sldMasterMkLst>
          <pc:docMk/>
          <pc:sldMasterMk cId="1451583167" sldId="2147483648"/>
        </pc:sldMasterMkLst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2" creationId="{F6B60627-C73D-B1B8-0C86-3CD00848144D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3" creationId="{62780827-DD4E-135E-F34B-FC06CAC7FC88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4" creationId="{0D479546-18D3-3FCF-82EA-206EB026D62A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5" creationId="{794551FA-A815-E678-6CB2-2EEF02DAACBE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6" creationId="{CCDF0292-D1B0-2217-F4A1-E09F07167949}"/>
          </ac:spMkLst>
        </pc:sp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460563160" sldId="214748364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2" creationId="{AF374283-EE60-5FF4-B0FB-E7EDC04F7A78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3" creationId="{C2272BEF-AE27-C058-92F9-5A8D4B435B37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822710470" sldId="2147483651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2" creationId="{8F955F1F-1099-0FCF-5D4C-DE9B16FDB60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3" creationId="{330552CB-41F0-1FDD-D67F-E8581C54FDD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252202889" sldId="2147483652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3" creationId="{0529037D-A753-7A31-E176-06FA9E238D4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4" creationId="{F3C0B82F-A5F9-507B-05F0-B3FAE6DE4D44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797554609" sldId="2147483653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2" creationId="{51CE4806-32F3-CA1D-E47D-2C89EC05B03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3" creationId="{46E1A4E4-9BB7-D71D-0F87-9901D49E2CDF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4" creationId="{9FD6714C-34CD-F392-C20D-70FEF9776484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5" creationId="{4E41C835-4677-F6CD-762E-1850EE9358B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6" creationId="{D190A7BD-CCB7-914D-61E2-C00163D7B149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810335155" sldId="2147483656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2" creationId="{F3DB00D3-5EDF-1143-9DCB-B7AFFF810651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3" creationId="{3AEDC424-818E-C82D-1A3C-AEE037242B5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4" creationId="{527C4DAE-144F-820E-C809-D445C84F747B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085725124" sldId="2147483657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2" creationId="{85655C8E-3B50-5654-2277-4F75E84C759C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3" creationId="{7E3BD68D-30AB-19B0-3373-801D6EE05C37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4" creationId="{85F70066-2544-7CCC-6053-4F7A40093B3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660416873" sldId="214748365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2" creationId="{770E93F9-3B5D-FA1F-7DD4-5DEF8E048C4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3" creationId="{32BF5097-5A07-F347-DB84-0EAE29921677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1:22.251" v="1137"/>
        <pc:sldMasterMkLst>
          <pc:docMk/>
          <pc:sldMasterMk cId="789621883" sldId="2147483660"/>
        </pc:sldMasterMkLst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520826819" sldId="214748366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635816878" sldId="2147483663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9893480" sldId="2147483664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01599047" sldId="2147483665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826909359" sldId="2147483668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1199403987" sldId="2147483669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4077461134" sldId="214748367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2:58.788" v="1194"/>
        <pc:sldMasterMkLst>
          <pc:docMk/>
          <pc:sldMasterMk cId="1148993611" sldId="2147483684"/>
        </pc:sldMasterMkLst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69065648" sldId="214748368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1433612240" sldId="2147483687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3438412435" sldId="2147483688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63863575" sldId="2147483689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345598098" sldId="2147483692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10602251" sldId="2147483693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23984559" sldId="214748369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AB91D-764B-49C7-BDF2-0BFC6531473D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E3700-9ACC-4921-88C8-A406BC976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5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1pPr>
    <a:lvl2pPr marL="391866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2pPr>
    <a:lvl3pPr marL="783732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3pPr>
    <a:lvl4pPr marL="1175598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4pPr>
    <a:lvl5pPr marL="1567464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5pPr>
    <a:lvl6pPr marL="1959331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6pPr>
    <a:lvl7pPr marL="2351197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7pPr>
    <a:lvl8pPr marL="2743063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8pPr>
    <a:lvl9pPr marL="3134929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E3700-9ACC-4921-88C8-A406BC9764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97890"/>
            <a:ext cx="7200900" cy="1910080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81630"/>
            <a:ext cx="7200900" cy="1324610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9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67791"/>
            <a:ext cx="8281035" cy="228219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71571"/>
            <a:ext cx="8281035" cy="120015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92101"/>
            <a:ext cx="828103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44930"/>
            <a:ext cx="4061757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2004060"/>
            <a:ext cx="406175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44930"/>
            <a:ext cx="4081761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2004060"/>
            <a:ext cx="408176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9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3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89940"/>
            <a:ext cx="4860608" cy="389890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6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89940"/>
            <a:ext cx="4860608" cy="389890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9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92100"/>
            <a:ext cx="2070259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92100"/>
            <a:ext cx="6090761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5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92101"/>
            <a:ext cx="828103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60500"/>
            <a:ext cx="828103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15980-0E2C-407E-A261-F8DB0518AE0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85080"/>
            <a:ext cx="324040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0D5F2-8DC8-ED16-A159-054DBA72B2D7}"/>
              </a:ext>
            </a:extLst>
          </p:cNvPr>
          <p:cNvSpPr txBox="1"/>
          <p:nvPr/>
        </p:nvSpPr>
        <p:spPr>
          <a:xfrm>
            <a:off x="114012" y="54177"/>
            <a:ext cx="62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CZ-150 6 Spektrum Transmitter Layout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1F808-D7A2-CCC8-0001-9556E81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011" y="428894"/>
            <a:ext cx="2295359" cy="21907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Updated: 9/8/2025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2758B7-E9EC-455E-F0C1-982335B0EB1B}"/>
              </a:ext>
            </a:extLst>
          </p:cNvPr>
          <p:cNvSpPr txBox="1"/>
          <p:nvPr/>
        </p:nvSpPr>
        <p:spPr>
          <a:xfrm>
            <a:off x="6615260" y="4325242"/>
            <a:ext cx="148315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Right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1: </a:t>
            </a:r>
            <a:r>
              <a:rPr lang="en-US" sz="1120" dirty="0"/>
              <a:t>← → </a:t>
            </a:r>
            <a:r>
              <a:rPr lang="en-US" sz="1120" b="1" dirty="0" err="1"/>
              <a:t>dlat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2:   </a:t>
            </a:r>
            <a:r>
              <a:rPr lang="en-US" sz="1120" dirty="0"/>
              <a:t>↕  </a:t>
            </a:r>
            <a:r>
              <a:rPr lang="en-US" sz="1120" b="1" dirty="0" err="1"/>
              <a:t>dlon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499798B-5310-A5EF-0065-B36806D17345}"/>
              </a:ext>
            </a:extLst>
          </p:cNvPr>
          <p:cNvGrpSpPr/>
          <p:nvPr/>
        </p:nvGrpSpPr>
        <p:grpSpPr>
          <a:xfrm>
            <a:off x="5126200" y="4018616"/>
            <a:ext cx="1510693" cy="1234439"/>
            <a:chOff x="7467600" y="2465294"/>
            <a:chExt cx="2517820" cy="20573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987681-88C7-8E10-B8B0-209F745B49D3}"/>
                </a:ext>
              </a:extLst>
            </p:cNvPr>
            <p:cNvGrpSpPr/>
            <p:nvPr/>
          </p:nvGrpSpPr>
          <p:grpSpPr>
            <a:xfrm>
              <a:off x="7467600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5" name="Graphic 24" descr="Arrow Right with solid fill">
                <a:extLst>
                  <a:ext uri="{FF2B5EF4-FFF2-40B4-BE49-F238E27FC236}">
                    <a16:creationId xmlns:a16="http://schemas.microsoft.com/office/drawing/2014/main" id="{26B37999-74F5-0A46-E966-4D9060472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5134148-61B9-221B-33AA-90948E636BE9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7F3AC51-B77C-89CE-C4A6-A38939D458E8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31" name="Isosceles Triangle 12">
                  <a:extLst>
                    <a:ext uri="{FF2B5EF4-FFF2-40B4-BE49-F238E27FC236}">
                      <a16:creationId xmlns:a16="http://schemas.microsoft.com/office/drawing/2014/main" id="{FDBB5BF9-CA7E-C80E-B728-3B0EA4D7EC92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6368F27-6A61-E396-0CD7-ECE284D151C0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28" name="Graphic 27" descr="Arrow Right with solid fill">
                <a:extLst>
                  <a:ext uri="{FF2B5EF4-FFF2-40B4-BE49-F238E27FC236}">
                    <a16:creationId xmlns:a16="http://schemas.microsoft.com/office/drawing/2014/main" id="{0BCD6F14-73EE-5002-BCBF-F6FE7DBD9B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9" name="Graphic 28" descr="Arrow Right with solid fill">
                <a:extLst>
                  <a:ext uri="{FF2B5EF4-FFF2-40B4-BE49-F238E27FC236}">
                    <a16:creationId xmlns:a16="http://schemas.microsoft.com/office/drawing/2014/main" id="{FD6CAAD1-920F-9C43-A0C7-69EC8F4A3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30" name="Graphic 29" descr="Arrow Right with solid fill">
                <a:extLst>
                  <a:ext uri="{FF2B5EF4-FFF2-40B4-BE49-F238E27FC236}">
                    <a16:creationId xmlns:a16="http://schemas.microsoft.com/office/drawing/2014/main" id="{BB57E42B-81DF-C71F-79E9-9CD72EB10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92FBD20-3749-97CE-039B-FA3B05D76119}"/>
                </a:ext>
              </a:extLst>
            </p:cNvPr>
            <p:cNvSpPr txBox="1"/>
            <p:nvPr/>
          </p:nvSpPr>
          <p:spPr>
            <a:xfrm>
              <a:off x="8902202" y="247646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008813-045C-002F-6A01-5168DB59D8B0}"/>
                </a:ext>
              </a:extLst>
            </p:cNvPr>
            <p:cNvSpPr txBox="1"/>
            <p:nvPr/>
          </p:nvSpPr>
          <p:spPr>
            <a:xfrm>
              <a:off x="8108525" y="4086959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5E805B-FDE8-FFDD-8B9E-78A45103AE7F}"/>
                </a:ext>
              </a:extLst>
            </p:cNvPr>
            <p:cNvSpPr txBox="1"/>
            <p:nvPr/>
          </p:nvSpPr>
          <p:spPr>
            <a:xfrm>
              <a:off x="9416889" y="307070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F43822-BD45-E051-E1B2-AF89BE4E7AD0}"/>
                </a:ext>
              </a:extLst>
            </p:cNvPr>
            <p:cNvSpPr txBox="1"/>
            <p:nvPr/>
          </p:nvSpPr>
          <p:spPr>
            <a:xfrm>
              <a:off x="7556613" y="371763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B21724-D476-F0C5-09F6-4E3165D6CEAF}"/>
              </a:ext>
            </a:extLst>
          </p:cNvPr>
          <p:cNvGrpSpPr/>
          <p:nvPr/>
        </p:nvGrpSpPr>
        <p:grpSpPr>
          <a:xfrm>
            <a:off x="3054577" y="4015928"/>
            <a:ext cx="1510693" cy="1234439"/>
            <a:chOff x="2171163" y="2465294"/>
            <a:chExt cx="2517820" cy="20573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0469151-CFCE-6B7B-AE82-9A09C1A05D45}"/>
                </a:ext>
              </a:extLst>
            </p:cNvPr>
            <p:cNvGrpSpPr/>
            <p:nvPr/>
          </p:nvGrpSpPr>
          <p:grpSpPr>
            <a:xfrm>
              <a:off x="2171163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1" name="Graphic 20" descr="Arrow Right with solid fill">
                <a:extLst>
                  <a:ext uri="{FF2B5EF4-FFF2-40B4-BE49-F238E27FC236}">
                    <a16:creationId xmlns:a16="http://schemas.microsoft.com/office/drawing/2014/main" id="{353C62EB-33BC-5B09-7B9A-8DBEABD5C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CEABB2-167E-8D95-11BE-AA2CFD0A4A24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543F1D7-1CC2-CB9D-152A-7C88E3233234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21CC2231-EE2F-FECC-526B-A06E7D8FBE49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63BF1BD-98BF-29B7-5F66-1D7478FBA823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19" name="Graphic 18" descr="Arrow Right with solid fill">
                <a:extLst>
                  <a:ext uri="{FF2B5EF4-FFF2-40B4-BE49-F238E27FC236}">
                    <a16:creationId xmlns:a16="http://schemas.microsoft.com/office/drawing/2014/main" id="{B85C84FD-C212-8A9E-438A-9B1CC1B17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0" name="Graphic 19" descr="Arrow Right with solid fill">
                <a:extLst>
                  <a:ext uri="{FF2B5EF4-FFF2-40B4-BE49-F238E27FC236}">
                    <a16:creationId xmlns:a16="http://schemas.microsoft.com/office/drawing/2014/main" id="{D77AC798-B132-51F8-D0BA-B073F88DA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2" name="Graphic 21" descr="Arrow Right with solid fill">
                <a:extLst>
                  <a:ext uri="{FF2B5EF4-FFF2-40B4-BE49-F238E27FC236}">
                    <a16:creationId xmlns:a16="http://schemas.microsoft.com/office/drawing/2014/main" id="{69A58AB8-77B3-6A80-4192-43C3353E6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925D2A-0181-067E-F331-C03C752A8BAB}"/>
                </a:ext>
              </a:extLst>
            </p:cNvPr>
            <p:cNvSpPr txBox="1"/>
            <p:nvPr/>
          </p:nvSpPr>
          <p:spPr>
            <a:xfrm>
              <a:off x="3581480" y="246529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50DA5A-1DA3-F532-B493-8071C303C7A1}"/>
                </a:ext>
              </a:extLst>
            </p:cNvPr>
            <p:cNvSpPr txBox="1"/>
            <p:nvPr/>
          </p:nvSpPr>
          <p:spPr>
            <a:xfrm>
              <a:off x="2787801" y="4075784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EA313A-37F5-FCF7-0D95-8AC322A193AC}"/>
                </a:ext>
              </a:extLst>
            </p:cNvPr>
            <p:cNvSpPr txBox="1"/>
            <p:nvPr/>
          </p:nvSpPr>
          <p:spPr>
            <a:xfrm>
              <a:off x="4096162" y="305953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753A76-BE63-52D4-18E3-13993B3E514E}"/>
                </a:ext>
              </a:extLst>
            </p:cNvPr>
            <p:cNvSpPr txBox="1"/>
            <p:nvPr/>
          </p:nvSpPr>
          <p:spPr>
            <a:xfrm>
              <a:off x="2235891" y="370645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B7FA6CC-E44A-4268-88A3-AFD95B6BF866}"/>
              </a:ext>
            </a:extLst>
          </p:cNvPr>
          <p:cNvSpPr txBox="1"/>
          <p:nvPr/>
        </p:nvSpPr>
        <p:spPr>
          <a:xfrm>
            <a:off x="1582416" y="4325242"/>
            <a:ext cx="166205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Left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4: </a:t>
            </a:r>
            <a:r>
              <a:rPr lang="en-US" sz="1120" dirty="0"/>
              <a:t>← →  </a:t>
            </a:r>
            <a:r>
              <a:rPr lang="en-US" sz="1120" b="1" dirty="0" err="1"/>
              <a:t>ddir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3:   </a:t>
            </a:r>
            <a:r>
              <a:rPr lang="en-US" sz="1120" dirty="0"/>
              <a:t>↕  </a:t>
            </a:r>
            <a:r>
              <a:rPr lang="en-US" sz="1120" b="1" dirty="0" err="1"/>
              <a:t>dacc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D84307-119C-C30B-7F4C-7F7FFF37F9F7}"/>
              </a:ext>
            </a:extLst>
          </p:cNvPr>
          <p:cNvSpPr txBox="1"/>
          <p:nvPr/>
        </p:nvSpPr>
        <p:spPr>
          <a:xfrm>
            <a:off x="6790382" y="114935"/>
            <a:ext cx="2695854" cy="683264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40" b="1" dirty="0"/>
              <a:t>Legend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---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RcChannel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Channel Number</a:t>
            </a:r>
          </a:p>
          <a:p>
            <a:r>
              <a:rPr lang="en-US" sz="1200" b="1" dirty="0">
                <a:solidFill>
                  <a:schemeClr val="accent2"/>
                </a:solidFill>
              </a:rPr>
              <a:t>--- Spektrum Switch Label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FBF0C7-94FE-7A10-8CD8-F3BEF26ADCCE}"/>
              </a:ext>
            </a:extLst>
          </p:cNvPr>
          <p:cNvSpPr txBox="1"/>
          <p:nvPr/>
        </p:nvSpPr>
        <p:spPr>
          <a:xfrm>
            <a:off x="1275696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A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5 </a:t>
            </a:r>
            <a:r>
              <a:rPr lang="en-US" sz="1120" b="1" dirty="0"/>
              <a:t>| RTL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RTL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715A53-9FD6-3323-C973-BE56E0F715C5}"/>
              </a:ext>
            </a:extLst>
          </p:cNvPr>
          <p:cNvSpPr txBox="1"/>
          <p:nvPr/>
        </p:nvSpPr>
        <p:spPr>
          <a:xfrm>
            <a:off x="6255037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H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8 </a:t>
            </a:r>
            <a:r>
              <a:rPr lang="en-US" sz="1120" b="1" dirty="0"/>
              <a:t>| PTI Arm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Engage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841E3A-D621-C93D-AC87-485CCC14EFD7}"/>
              </a:ext>
            </a:extLst>
          </p:cNvPr>
          <p:cNvSpPr txBox="1"/>
          <p:nvPr/>
        </p:nvSpPr>
        <p:spPr>
          <a:xfrm>
            <a:off x="310563" y="1747532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  <a:r>
              <a:rPr lang="en-US" sz="1120" b="1" dirty="0"/>
              <a:t>| Flt Mode</a:t>
            </a:r>
          </a:p>
          <a:p>
            <a:r>
              <a:rPr lang="en-US" sz="1120" dirty="0"/>
              <a:t>↑  0 = Altitude</a:t>
            </a:r>
          </a:p>
          <a:p>
            <a:r>
              <a:rPr lang="en-US" sz="720" dirty="0"/>
              <a:t>━</a:t>
            </a:r>
            <a:r>
              <a:rPr lang="en-US" sz="1120" dirty="0"/>
              <a:t>  1 = Stabilized</a:t>
            </a:r>
          </a:p>
          <a:p>
            <a:r>
              <a:rPr lang="en-US" sz="1120" dirty="0"/>
              <a:t>↓  2 = Manual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83440F-FE6E-A0E9-59FE-F143909A14AC}"/>
              </a:ext>
            </a:extLst>
          </p:cNvPr>
          <p:cNvSpPr txBox="1"/>
          <p:nvPr/>
        </p:nvSpPr>
        <p:spPr>
          <a:xfrm>
            <a:off x="5758088" y="1747531"/>
            <a:ext cx="187172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Knob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9 </a:t>
            </a:r>
            <a:r>
              <a:rPr lang="en-US" sz="1120" b="1" dirty="0"/>
              <a:t>| PTI Amp</a:t>
            </a:r>
          </a:p>
          <a:p>
            <a:r>
              <a:rPr lang="en-US" sz="1120" dirty="0"/>
              <a:t>↑  = 1</a:t>
            </a:r>
          </a:p>
          <a:p>
            <a:endParaRPr lang="en-US" sz="1120" dirty="0"/>
          </a:p>
          <a:p>
            <a:r>
              <a:rPr lang="en-US" sz="1120" dirty="0"/>
              <a:t>↓  = 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36135E-22CC-A7B3-0E27-0CD0C4FC0D1D}"/>
              </a:ext>
            </a:extLst>
          </p:cNvPr>
          <p:cNvSpPr txBox="1"/>
          <p:nvPr/>
        </p:nvSpPr>
        <p:spPr>
          <a:xfrm>
            <a:off x="7716018" y="1747531"/>
            <a:ext cx="181268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G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10 </a:t>
            </a:r>
            <a:r>
              <a:rPr lang="en-US" sz="1120" b="1" dirty="0"/>
              <a:t>| Engage Fault</a:t>
            </a:r>
          </a:p>
          <a:p>
            <a:r>
              <a:rPr lang="en-US" sz="1120" dirty="0"/>
              <a:t>↑  0 = Fault.</a:t>
            </a:r>
          </a:p>
          <a:p>
            <a:r>
              <a:rPr lang="en-US" sz="720" dirty="0"/>
              <a:t>━</a:t>
            </a:r>
            <a:r>
              <a:rPr lang="en-US" sz="1120" dirty="0"/>
              <a:t>  1 = Nominal</a:t>
            </a:r>
          </a:p>
          <a:p>
            <a:r>
              <a:rPr lang="en-US" sz="1120" dirty="0"/>
              <a:t>↓  2 = Nominal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55FCFF-141C-C33D-DAF4-AD72C98E62AF}"/>
              </a:ext>
            </a:extLst>
          </p:cNvPr>
          <p:cNvGrpSpPr/>
          <p:nvPr/>
        </p:nvGrpSpPr>
        <p:grpSpPr>
          <a:xfrm>
            <a:off x="5400982" y="2001053"/>
            <a:ext cx="274706" cy="274706"/>
            <a:chOff x="4322077" y="2438400"/>
            <a:chExt cx="343382" cy="34338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6BA5EC2-DA55-93F3-D9BD-C50ABD44D176}"/>
                </a:ext>
              </a:extLst>
            </p:cNvPr>
            <p:cNvSpPr/>
            <p:nvPr/>
          </p:nvSpPr>
          <p:spPr>
            <a:xfrm>
              <a:off x="4322077" y="2438400"/>
              <a:ext cx="343382" cy="34338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pic>
          <p:nvPicPr>
            <p:cNvPr id="57" name="Graphic 56" descr="Refresh with solid fill">
              <a:extLst>
                <a:ext uri="{FF2B5EF4-FFF2-40B4-BE49-F238E27FC236}">
                  <a16:creationId xmlns:a16="http://schemas.microsoft.com/office/drawing/2014/main" id="{8B4780F2-181C-7810-6426-C6F7DB0F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9519" y="2467214"/>
              <a:ext cx="283311" cy="283311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AC43ADA-90F8-5699-8EC3-E4D5E9EE57B5}"/>
              </a:ext>
            </a:extLst>
          </p:cNvPr>
          <p:cNvSpPr txBox="1"/>
          <p:nvPr/>
        </p:nvSpPr>
        <p:spPr>
          <a:xfrm>
            <a:off x="308695" y="289029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C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</a:p>
          <a:p>
            <a:r>
              <a:rPr lang="en-US" sz="1120" b="1" dirty="0"/>
              <a:t>Ctrl Mode</a:t>
            </a:r>
          </a:p>
          <a:p>
            <a:r>
              <a:rPr lang="en-US" sz="1120" dirty="0"/>
              <a:t>↑  0 = Stock</a:t>
            </a:r>
          </a:p>
          <a:p>
            <a:r>
              <a:rPr lang="en-US" sz="720" dirty="0"/>
              <a:t>━</a:t>
            </a:r>
            <a:r>
              <a:rPr lang="en-US" sz="1120" dirty="0"/>
              <a:t>  1 = Custom</a:t>
            </a:r>
          </a:p>
          <a:p>
            <a:r>
              <a:rPr lang="en-US" sz="1120" dirty="0"/>
              <a:t>↓  2 </a:t>
            </a:r>
            <a:r>
              <a:rPr lang="en-US" sz="1120"/>
              <a:t>= Custom</a:t>
            </a:r>
            <a:endParaRPr lang="en-US" sz="112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75AA07-9197-47B0-F601-C060B54EA135}"/>
              </a:ext>
            </a:extLst>
          </p:cNvPr>
          <p:cNvSpPr txBox="1"/>
          <p:nvPr/>
        </p:nvSpPr>
        <p:spPr>
          <a:xfrm>
            <a:off x="1657292" y="2886523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Flt Mode</a:t>
            </a:r>
          </a:p>
          <a:p>
            <a:r>
              <a:rPr lang="en-US" sz="1120" dirty="0"/>
              <a:t>↑  0 = Position</a:t>
            </a:r>
          </a:p>
          <a:p>
            <a:r>
              <a:rPr lang="en-US" sz="720" dirty="0"/>
              <a:t>━</a:t>
            </a:r>
            <a:r>
              <a:rPr lang="en-US" sz="1120" dirty="0"/>
              <a:t>  1 = Altitude</a:t>
            </a:r>
          </a:p>
          <a:p>
            <a:r>
              <a:rPr lang="en-US" sz="1120" dirty="0"/>
              <a:t>↓  2 = Stabilized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DFD03D-17F9-83E7-A6B1-6D1BD2E2480F}"/>
              </a:ext>
            </a:extLst>
          </p:cNvPr>
          <p:cNvSpPr txBox="1"/>
          <p:nvPr/>
        </p:nvSpPr>
        <p:spPr>
          <a:xfrm>
            <a:off x="3010655" y="2894658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D2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Arm</a:t>
            </a:r>
          </a:p>
          <a:p>
            <a:r>
              <a:rPr lang="en-US" sz="1120" dirty="0"/>
              <a:t>↑  0 = Arm</a:t>
            </a:r>
          </a:p>
          <a:p>
            <a:endParaRPr lang="en-US" sz="1120" dirty="0"/>
          </a:p>
          <a:p>
            <a:r>
              <a:rPr lang="en-US" sz="1120" dirty="0"/>
              <a:t>↓  1 = Disarm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A866662-7178-4E78-D54E-407774F0B334}"/>
              </a:ext>
            </a:extLst>
          </p:cNvPr>
          <p:cNvCxnSpPr>
            <a:cxnSpLocks/>
          </p:cNvCxnSpPr>
          <p:nvPr/>
        </p:nvCxnSpPr>
        <p:spPr>
          <a:xfrm>
            <a:off x="29029" y="2714967"/>
            <a:ext cx="952136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01241D5-76B5-092E-3959-23DF697192F4}"/>
              </a:ext>
            </a:extLst>
          </p:cNvPr>
          <p:cNvSpPr txBox="1"/>
          <p:nvPr/>
        </p:nvSpPr>
        <p:spPr>
          <a:xfrm>
            <a:off x="81015" y="4152887"/>
            <a:ext cx="130997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L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12 </a:t>
            </a:r>
          </a:p>
          <a:p>
            <a:r>
              <a:rPr lang="en-US" sz="1120" b="1" dirty="0"/>
              <a:t>Flt Term</a:t>
            </a:r>
          </a:p>
          <a:p>
            <a:r>
              <a:rPr lang="en-US" sz="1120" dirty="0"/>
              <a:t>↑  1 = Terminate</a:t>
            </a:r>
          </a:p>
          <a:p>
            <a:r>
              <a:rPr lang="en-US" sz="1120" dirty="0"/>
              <a:t>&gt; 0.5 = Terminate</a:t>
            </a:r>
          </a:p>
          <a:p>
            <a:r>
              <a:rPr lang="en-US" sz="1120" dirty="0"/>
              <a:t>↓  0 = Nominal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EC8B14-5A54-ADBD-8B9A-E0F3588AA643}"/>
              </a:ext>
            </a:extLst>
          </p:cNvPr>
          <p:cNvSpPr txBox="1"/>
          <p:nvPr/>
        </p:nvSpPr>
        <p:spPr>
          <a:xfrm>
            <a:off x="8267227" y="4152886"/>
            <a:ext cx="1241373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= Text 1</a:t>
            </a:r>
          </a:p>
          <a:p>
            <a:r>
              <a:rPr lang="en-US" sz="720" dirty="0"/>
              <a:t>━</a:t>
            </a:r>
            <a:r>
              <a:rPr lang="en-US" sz="1120" dirty="0"/>
              <a:t>  = Text 2</a:t>
            </a:r>
          </a:p>
          <a:p>
            <a:r>
              <a:rPr lang="en-US" sz="1120" dirty="0"/>
              <a:t>↓  = Text 3</a:t>
            </a:r>
          </a:p>
        </p:txBody>
      </p:sp>
      <p:pic>
        <p:nvPicPr>
          <p:cNvPr id="75" name="Picture 74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A38EA91-DEF5-A5C5-E8ED-6CA9B89A2EB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197" y="4116164"/>
            <a:ext cx="1324959" cy="102330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E226593-85C6-B471-4ED3-820AB7462352}"/>
              </a:ext>
            </a:extLst>
          </p:cNvPr>
          <p:cNvSpPr txBox="1"/>
          <p:nvPr/>
        </p:nvSpPr>
        <p:spPr>
          <a:xfrm>
            <a:off x="5291601" y="289867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E2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Text 1</a:t>
            </a:r>
          </a:p>
          <a:p>
            <a:r>
              <a:rPr lang="en-US" sz="720" dirty="0"/>
              <a:t>━</a:t>
            </a:r>
            <a:r>
              <a:rPr lang="en-US" sz="1120" dirty="0"/>
              <a:t>  1 = Text 2</a:t>
            </a:r>
          </a:p>
          <a:p>
            <a:r>
              <a:rPr lang="en-US" sz="1120" dirty="0"/>
              <a:t>↓  2 = Text 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26019E-8583-B612-7E01-DB6C5C1F75AF}"/>
              </a:ext>
            </a:extLst>
          </p:cNvPr>
          <p:cNvSpPr txBox="1"/>
          <p:nvPr/>
        </p:nvSpPr>
        <p:spPr>
          <a:xfrm>
            <a:off x="6617601" y="2894903"/>
            <a:ext cx="13399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12 </a:t>
            </a:r>
          </a:p>
          <a:p>
            <a:r>
              <a:rPr lang="en-US" sz="1120" b="1" dirty="0"/>
              <a:t>Mod 1: CA Mode</a:t>
            </a:r>
          </a:p>
          <a:p>
            <a:r>
              <a:rPr lang="en-US" sz="1120" dirty="0"/>
              <a:t>↑  0 = Exp.</a:t>
            </a:r>
          </a:p>
          <a:p>
            <a:r>
              <a:rPr lang="en-US" sz="720" dirty="0"/>
              <a:t>━</a:t>
            </a:r>
            <a:r>
              <a:rPr lang="en-US" sz="1120" dirty="0"/>
              <a:t>  1 = Stock</a:t>
            </a:r>
          </a:p>
          <a:p>
            <a:r>
              <a:rPr lang="en-US" sz="1120" dirty="0"/>
              <a:t>↓  2 = Stock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57A8EA-DDCF-1451-567D-BE26F66F2258}"/>
              </a:ext>
            </a:extLst>
          </p:cNvPr>
          <p:cNvSpPr txBox="1"/>
          <p:nvPr/>
        </p:nvSpPr>
        <p:spPr>
          <a:xfrm>
            <a:off x="8045545" y="2902431"/>
            <a:ext cx="148315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F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11 </a:t>
            </a:r>
            <a:r>
              <a:rPr lang="en-US" sz="1120" b="1" dirty="0"/>
              <a:t>| PTI Mode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1120" b="1" dirty="0"/>
              <a:t>Mod 2</a:t>
            </a:r>
          </a:p>
          <a:p>
            <a:r>
              <a:rPr lang="en-US" sz="1120" dirty="0"/>
              <a:t>↑  0 = </a:t>
            </a:r>
            <a:r>
              <a:rPr lang="en-US" sz="1120" dirty="0" err="1"/>
              <a:t>Multisine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dirty="0">
                <a:solidFill>
                  <a:schemeClr val="bg2">
                    <a:lumMod val="90000"/>
                  </a:schemeClr>
                </a:solidFill>
              </a:rPr>
              <a:t>Freq. Sweep</a:t>
            </a:r>
          </a:p>
          <a:p>
            <a:r>
              <a:rPr lang="en-US" sz="1120" dirty="0"/>
              <a:t>↓  2 = </a:t>
            </a:r>
            <a:r>
              <a:rPr lang="en-US" sz="1120" dirty="0">
                <a:solidFill>
                  <a:schemeClr val="bg2">
                    <a:lumMod val="90000"/>
                  </a:schemeClr>
                </a:solidFill>
              </a:rPr>
              <a:t>Doublet</a:t>
            </a:r>
          </a:p>
        </p:txBody>
      </p:sp>
      <p:pic>
        <p:nvPicPr>
          <p:cNvPr id="2" name="Picture 1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A16B30FB-4870-13EE-5B8B-A80184E5B14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889" y="2862730"/>
            <a:ext cx="1306288" cy="1023303"/>
          </a:xfrm>
          <a:prstGeom prst="rect">
            <a:avLst/>
          </a:prstGeom>
        </p:spPr>
      </p:pic>
      <p:pic>
        <p:nvPicPr>
          <p:cNvPr id="3" name="Picture 2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F3B98214-403C-E392-82BC-A805BEF174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3" y="4116163"/>
            <a:ext cx="1393492" cy="1023303"/>
          </a:xfrm>
          <a:prstGeom prst="rect">
            <a:avLst/>
          </a:prstGeom>
        </p:spPr>
      </p:pic>
      <p:pic>
        <p:nvPicPr>
          <p:cNvPr id="6" name="Picture 5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6BAB038-099C-1B3F-36EF-6DFE74A525D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90" y="2864818"/>
            <a:ext cx="1306288" cy="1023303"/>
          </a:xfrm>
          <a:prstGeom prst="rect">
            <a:avLst/>
          </a:prstGeom>
        </p:spPr>
      </p:pic>
      <p:pic>
        <p:nvPicPr>
          <p:cNvPr id="8" name="Picture 7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146F2521-C1B1-6D18-6275-A34B43919AE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0" y="2867832"/>
            <a:ext cx="1306288" cy="10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474</TotalTime>
  <Words>322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Asper, Garrett</dc:creator>
  <cp:lastModifiedBy>Garrett Asper</cp:lastModifiedBy>
  <cp:revision>6</cp:revision>
  <dcterms:created xsi:type="dcterms:W3CDTF">2024-08-15T17:21:40Z</dcterms:created>
  <dcterms:modified xsi:type="dcterms:W3CDTF">2025-09-08T14:38:13Z</dcterms:modified>
</cp:coreProperties>
</file>